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3.png"/><Relationship Id="rId5" Type="http://schemas.openxmlformats.org/officeDocument/2006/relationships/image" Target="../media/image-2-3.png"/><Relationship Id="rId6" Type="http://schemas.openxmlformats.org/officeDocument/2006/relationships/image" Target="../media/image-2-3.png"/><Relationship Id="rId7" Type="http://schemas.openxmlformats.org/officeDocument/2006/relationships/image" Target="../media/image-2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6.png"/><Relationship Id="rId8" Type="http://schemas.openxmlformats.org/officeDocument/2006/relationships/image" Target="../media/image-8-6.png"/><Relationship Id="rId9" Type="http://schemas.openxmlformats.org/officeDocument/2006/relationships/image" Target="../media/image-8-6.png"/><Relationship Id="rId10" Type="http://schemas.openxmlformats.org/officeDocument/2006/relationships/image" Target="../media/image-8-6.png"/><Relationship Id="rId11" Type="http://schemas.openxmlformats.org/officeDocument/2006/relationships/image" Target="../media/image-8-6.png"/><Relationship Id="rId12" Type="http://schemas.openxmlformats.org/officeDocument/2006/relationships/image" Target="../media/image-8-6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Mock Interviewer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45059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interview practice platform that generates adaptive questions, evaluates candidate responses, and provides personalized feedback.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310128"/>
            <a:ext cx="2468880" cy="0"/>
          </a:xfrm>
          <a:prstGeom prst="line">
            <a:avLst/>
          </a:prstGeom>
          <a:noFill/>
          <a:ln w="12700">
            <a:solidFill>
              <a:srgbClr val="D7E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Arshad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Internee.pk — AI Development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AI-Based Mock Interviewer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Next.js · Groq AI · Firebase · Firestore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75320" y="1234440"/>
            <a:ext cx="2331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1600200"/>
            <a:ext cx="2331720" cy="2331720"/>
          </a:xfrm>
          <a:prstGeom prst="rect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</p:spPr>
      </p:sp>
      <p:pic>
        <p:nvPicPr>
          <p:cNvPr id="12" name="Image 0" descr="/home/claud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331720"/>
            <a:ext cx="1783080" cy="17465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generic practice falls short, and how the platform helps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029200" cy="4206240"/>
          </a:xfrm>
          <a:prstGeom prst="roundRect">
            <a:avLst>
              <a:gd name="adj" fmla="val 1304"/>
            </a:avLst>
          </a:prstGeom>
          <a:solidFill>
            <a:srgbClr val="FAFBFB"/>
          </a:solidFill>
          <a:ln w="12700">
            <a:solidFill>
              <a:srgbClr val="D7E1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EAF2F3"/>
          </a:solidFill>
          <a:ln/>
        </p:spPr>
      </p:sp>
      <p:pic>
        <p:nvPicPr>
          <p:cNvPr id="7" name="Image 0" descr="/home/claude/work/icons/FaExclamationTriang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3710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2768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interviews often means practicing with static question lists without receiving meaningful feedback on the quality of answers.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06440" y="1965960"/>
            <a:ext cx="5897880" cy="4206240"/>
          </a:xfrm>
          <a:prstGeom prst="roundRect">
            <a:avLst>
              <a:gd name="adj" fmla="val 1304"/>
            </a:avLst>
          </a:prstGeom>
          <a:solidFill>
            <a:srgbClr val="EAF2F3"/>
          </a:solidFill>
          <a:ln w="12700">
            <a:solidFill>
              <a:srgbClr val="D7E1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0760" y="22402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work/icons/FaLightbulb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519" y="23710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20840" y="227685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080760" y="29718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AI-Based Mock Interviewer simulates an interview and uses AI to:</a:t>
            </a:r>
            <a:endParaRPr lang="en-US" sz="1300" dirty="0"/>
          </a:p>
        </p:txBody>
      </p:sp>
      <p:pic>
        <p:nvPicPr>
          <p:cNvPr id="15" name="Image 2" descr="/home/claude/work/icons/FaCheckCircl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47472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64808" y="3447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role-specific questions</a:t>
            </a:r>
            <a:endParaRPr lang="en-US" sz="1350" dirty="0"/>
          </a:p>
        </p:txBody>
      </p:sp>
      <p:pic>
        <p:nvPicPr>
          <p:cNvPr id="17" name="Image 3" descr="/home/claude/work/icons/FaCheckCircle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97764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64808" y="3950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questions based on the interview</a:t>
            </a:r>
            <a:endParaRPr lang="en-US" sz="1350" dirty="0"/>
          </a:p>
        </p:txBody>
      </p:sp>
      <p:pic>
        <p:nvPicPr>
          <p:cNvPr id="19" name="Image 4" descr="/home/claude/work/icons/FaCheckCircle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44805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64808" y="4453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submitted answers</a:t>
            </a:r>
            <a:endParaRPr lang="en-US" sz="1350" dirty="0"/>
          </a:p>
        </p:txBody>
      </p:sp>
      <p:pic>
        <p:nvPicPr>
          <p:cNvPr id="21" name="Image 5" descr="/home/claude/work/icons/FaCheckCircle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4983480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64808" y="4956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strengths and weaknesses</a:t>
            </a:r>
            <a:endParaRPr lang="en-US" sz="1350" dirty="0"/>
          </a:p>
        </p:txBody>
      </p:sp>
      <p:pic>
        <p:nvPicPr>
          <p:cNvPr id="23" name="Image 6" descr="/home/claude/work/icons/FaCheckCircle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5486400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464808" y="5458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personalized improvement recommendations</a:t>
            </a:r>
            <a:endParaRPr lang="en-US" sz="1350" dirty="0"/>
          </a:p>
        </p:txBody>
      </p:sp>
      <p:sp>
        <p:nvSpPr>
          <p:cNvPr id="25" name="Text 16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setup to a final, personalized assessment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0" cy="384048"/>
          </a:xfrm>
          <a:prstGeom prst="line">
            <a:avLst/>
          </a:prstGeom>
          <a:noFill/>
          <a:ln w="19050">
            <a:solidFill>
              <a:srgbClr val="D7E1E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188720" y="19476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Interview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88720" y="22768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role, seniority, and number of questions.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80720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264408"/>
            <a:ext cx="0" cy="384048"/>
          </a:xfrm>
          <a:prstGeom prst="line">
            <a:avLst/>
          </a:prstGeom>
          <a:noFill/>
          <a:ln w="19050">
            <a:solidFill>
              <a:srgbClr val="D7E1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188720" y="27889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Questions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88720" y="31181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cover technical, behavioral, and problem-solving areas.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648456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105656"/>
            <a:ext cx="0" cy="384048"/>
          </a:xfrm>
          <a:prstGeom prst="line">
            <a:avLst/>
          </a:prstGeom>
          <a:noFill/>
          <a:ln w="19050">
            <a:solidFill>
              <a:srgbClr val="D7E1E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188720" y="36301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Responds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88720" y="39593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 or skip 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4897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946904"/>
            <a:ext cx="0" cy="384048"/>
          </a:xfrm>
          <a:prstGeom prst="line">
            <a:avLst/>
          </a:prstGeom>
          <a:noFill/>
          <a:ln w="19050">
            <a:solidFill>
              <a:srgbClr val="D7E1E3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188720" y="447141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188720" y="4800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receives a 0–10 score, feedback, strengths, and improvements.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533095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531266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Assessment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188720" y="56418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calculates the performance of evaluated answers and generates recommendations.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Provides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3112" cy="457200"/>
          </a:xfrm>
          <a:prstGeom prst="rect">
            <a:avLst/>
          </a:prstGeom>
          <a:solidFill>
            <a:srgbClr val="1F2D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94760" y="1783080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11183112" cy="475488"/>
          </a:xfrm>
          <a:prstGeom prst="rect">
            <a:avLst/>
          </a:prstGeom>
          <a:solidFill>
            <a:srgbClr val="FAFBFB"/>
          </a:solidFill>
          <a:ln w="6350">
            <a:solidFill>
              <a:srgbClr val="D7E1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402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Questions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94760" y="2240280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generated according to the role, seniority, and interview context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E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157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94760" y="2715768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receive scores and detailed feedback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191256"/>
            <a:ext cx="11183112" cy="475488"/>
          </a:xfrm>
          <a:prstGeom prst="rect">
            <a:avLst/>
          </a:prstGeom>
          <a:solidFill>
            <a:srgbClr val="FAFBFB"/>
          </a:solidFill>
          <a:ln w="6350">
            <a:solidFill>
              <a:srgbClr val="D7E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912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Support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94760" y="3191256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questions are not treated as failed answers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11183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E1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6674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Recovery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94760" y="366674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progress is preserved in Firestore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142232"/>
            <a:ext cx="11183112" cy="475488"/>
          </a:xfrm>
          <a:prstGeom prst="rect">
            <a:avLst/>
          </a:prstGeom>
          <a:solidFill>
            <a:srgbClr val="FAFBFB"/>
          </a:solidFill>
          <a:ln w="6350">
            <a:solidFill>
              <a:srgbClr val="D7E1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422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94760" y="4142232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score, answered/skipped count, and question breakdown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617720"/>
            <a:ext cx="11183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E1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6177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Feedback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794760" y="4617720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strengths and areas requiring improvement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5321808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 w="12700">
            <a:solidFill>
              <a:srgbClr val="D7E1E3"/>
            </a:solidFill>
            <a:prstDash val="solid"/>
          </a:ln>
        </p:spPr>
      </p:sp>
      <p:pic>
        <p:nvPicPr>
          <p:cNvPr id="26" name="Image 0" descr="/home/claude/work/icons/FaInfoCirc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509260"/>
            <a:ext cx="310896" cy="31089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88720" y="5321808"/>
            <a:ext cx="10222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 </a:t>
            </a:r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evaluated answers contribute to the overall score. If no answers are evaluated, the system displays “Not enough data” instead of an artificial zero.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and data flow behind the interview experience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276856"/>
            <a:ext cx="822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774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511296"/>
            <a:ext cx="822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11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openai/gpt-oss-120b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Data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745736"/>
            <a:ext cx="822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8463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 Handlers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03820" y="192024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5260" y="1920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41080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03820" y="274320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AFBFB"/>
          </a:solidFill>
          <a:ln w="12700">
            <a:solidFill>
              <a:srgbClr val="D7E1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526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UI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41080" y="3273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3566160"/>
            <a:ext cx="2331720" cy="713232"/>
          </a:xfrm>
          <a:prstGeom prst="roundRect">
            <a:avLst>
              <a:gd name="adj" fmla="val 6410"/>
            </a:avLst>
          </a:prstGeom>
          <a:solidFill>
            <a:srgbClr val="FAFBFB"/>
          </a:solidFill>
          <a:ln w="12700">
            <a:solidFill>
              <a:srgbClr val="D7E1E3"/>
            </a:solidFill>
            <a:prstDash val="solid"/>
          </a:ln>
        </p:spPr>
      </p:sp>
      <p:pic>
        <p:nvPicPr>
          <p:cNvPr id="21" name="Image 0" descr="/home/claude/work/icons/FaServ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4636" y="3675888"/>
            <a:ext cx="292608" cy="2926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46520" y="39867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052560" y="3566160"/>
            <a:ext cx="2331720" cy="713232"/>
          </a:xfrm>
          <a:prstGeom prst="roundRect">
            <a:avLst>
              <a:gd name="adj" fmla="val 6410"/>
            </a:avLst>
          </a:prstGeom>
          <a:solidFill>
            <a:srgbClr val="FAFBFB"/>
          </a:solidFill>
          <a:ln w="12700">
            <a:solidFill>
              <a:srgbClr val="D7E1E3"/>
            </a:solidFill>
            <a:prstDash val="solid"/>
          </a:ln>
        </p:spPr>
      </p:sp>
      <p:pic>
        <p:nvPicPr>
          <p:cNvPr id="24" name="Image 1" descr="/home/claude/work/icons/FaLo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116" y="3675888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0" y="39867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Firestore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292340" y="4297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355080" y="457200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AFBFB"/>
          </a:solidFill>
          <a:ln w="12700">
            <a:solidFill>
              <a:srgbClr val="D7E1E3"/>
            </a:solidFill>
            <a:prstDash val="solid"/>
          </a:ln>
        </p:spPr>
      </p:sp>
      <p:pic>
        <p:nvPicPr>
          <p:cNvPr id="28" name="Image 2" descr="/home/claude/work/icons/FaComment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636" y="4681728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46520" y="4992624"/>
            <a:ext cx="21488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7292340" y="5102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7703820" y="539496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795260" y="5394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+ Evaluation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Interface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the candidate experience, screen by screen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03754" cy="2834640"/>
          </a:xfrm>
          <a:prstGeom prst="roundRect">
            <a:avLst>
              <a:gd name="adj" fmla="val 2107"/>
            </a:avLst>
          </a:prstGeom>
          <a:solidFill>
            <a:srgbClr val="EAF2F3"/>
          </a:solidFill>
          <a:ln w="12700">
            <a:solidFill>
              <a:srgbClr val="D7E1E3"/>
            </a:solidFill>
            <a:prstDash val="dash"/>
          </a:ln>
        </p:spPr>
      </p:sp>
      <p:pic>
        <p:nvPicPr>
          <p:cNvPr id="6" name="Image 0" descr="/home/claude/work/icons/FaImage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477" y="29260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611880"/>
            <a:ext cx="242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4360" y="4937760"/>
            <a:ext cx="242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5257800"/>
            <a:ext cx="26037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role, seniority, and interview length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2706" y="1965960"/>
            <a:ext cx="2603754" cy="2834640"/>
          </a:xfrm>
          <a:prstGeom prst="roundRect">
            <a:avLst>
              <a:gd name="adj" fmla="val 2107"/>
            </a:avLst>
          </a:prstGeom>
          <a:solidFill>
            <a:srgbClr val="EAF2F3"/>
          </a:solidFill>
          <a:ln w="12700">
            <a:solidFill>
              <a:srgbClr val="D7E1E3"/>
            </a:solidFill>
            <a:prstDash val="dash"/>
          </a:ln>
        </p:spPr>
      </p:sp>
      <p:pic>
        <p:nvPicPr>
          <p:cNvPr id="11" name="Image 1" descr="/home/claude/work/icons/FaImage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263" y="29260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4146" y="3611880"/>
            <a:ext cx="242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454146" y="4937760"/>
            <a:ext cx="242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362706" y="5257800"/>
            <a:ext cx="26037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or skip AI-generated questions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22492" y="1965960"/>
            <a:ext cx="2603754" cy="2834640"/>
          </a:xfrm>
          <a:prstGeom prst="roundRect">
            <a:avLst>
              <a:gd name="adj" fmla="val 2107"/>
            </a:avLst>
          </a:prstGeom>
          <a:solidFill>
            <a:srgbClr val="EAF2F3"/>
          </a:solidFill>
          <a:ln w="12700">
            <a:solidFill>
              <a:srgbClr val="D7E1E3"/>
            </a:solidFill>
            <a:prstDash val="dash"/>
          </a:ln>
        </p:spPr>
      </p:sp>
      <p:pic>
        <p:nvPicPr>
          <p:cNvPr id="16" name="Image 2" descr="/home/claude/work/icons/FaImage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049" y="29260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13932" y="3611880"/>
            <a:ext cx="242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13932" y="4937760"/>
            <a:ext cx="242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222492" y="5257800"/>
            <a:ext cx="26037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AI-generated evaluation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82278" y="1965960"/>
            <a:ext cx="2603754" cy="2834640"/>
          </a:xfrm>
          <a:prstGeom prst="roundRect">
            <a:avLst>
              <a:gd name="adj" fmla="val 2107"/>
            </a:avLst>
          </a:prstGeom>
          <a:solidFill>
            <a:srgbClr val="EAF2F3"/>
          </a:solidFill>
          <a:ln w="12700">
            <a:solidFill>
              <a:srgbClr val="D7E1E3"/>
            </a:solidFill>
            <a:prstDash val="dash"/>
          </a:ln>
        </p:spPr>
      </p:sp>
      <p:pic>
        <p:nvPicPr>
          <p:cNvPr id="21" name="Image 3" descr="/home/claude/work/icons/FaImage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9835" y="292608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3718" y="3611880"/>
            <a:ext cx="242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9173718" y="4937760"/>
            <a:ext cx="242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082278" y="5257800"/>
            <a:ext cx="26037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performance and recommendations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Technical 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376672" cy="1965960"/>
          </a:xfrm>
          <a:prstGeom prst="roundRect">
            <a:avLst>
              <a:gd name="adj" fmla="val 2791"/>
            </a:avLst>
          </a:prstGeom>
          <a:solidFill>
            <a:srgbClr val="FAFBFB"/>
          </a:solidFill>
          <a:ln w="12700">
            <a:solidFill>
              <a:srgbClr val="D7E1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EAF2F3"/>
          </a:solidFill>
          <a:ln/>
        </p:spPr>
      </p:sp>
      <p:pic>
        <p:nvPicPr>
          <p:cNvPr id="6" name="Image 0" descr="/home/claude/work/icons/FaLo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2914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21992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Groq through server-side Next.js API routes so the API key remains private.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35624" y="1874520"/>
            <a:ext cx="5376672" cy="1965960"/>
          </a:xfrm>
          <a:prstGeom prst="roundRect">
            <a:avLst>
              <a:gd name="adj" fmla="val 2791"/>
            </a:avLst>
          </a:prstGeom>
          <a:solidFill>
            <a:srgbClr val="FAFBFB"/>
          </a:solidFill>
          <a:ln w="12700">
            <a:solidFill>
              <a:srgbClr val="D7E1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9944" y="2148840"/>
            <a:ext cx="548640" cy="548640"/>
          </a:xfrm>
          <a:prstGeom prst="ellipse">
            <a:avLst/>
          </a:prstGeom>
          <a:solidFill>
            <a:srgbClr val="EAF2F3"/>
          </a:solidFill>
          <a:ln/>
        </p:spPr>
      </p:sp>
      <p:pic>
        <p:nvPicPr>
          <p:cNvPr id="11" name="Image 1" descr="/home/claude/work/icons/FaSync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590" y="22914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41464" y="2221992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Interview Logic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9944" y="283464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uses previous interview context to generate subsequent questions.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4096512"/>
            <a:ext cx="5376672" cy="1965960"/>
          </a:xfrm>
          <a:prstGeom prst="roundRect">
            <a:avLst>
              <a:gd name="adj" fmla="val 2791"/>
            </a:avLst>
          </a:prstGeom>
          <a:solidFill>
            <a:srgbClr val="FAFBFB"/>
          </a:solidFill>
          <a:ln w="12700">
            <a:solidFill>
              <a:srgbClr val="D7E1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370832"/>
            <a:ext cx="548640" cy="548640"/>
          </a:xfrm>
          <a:prstGeom prst="ellipse">
            <a:avLst/>
          </a:prstGeom>
          <a:solidFill>
            <a:srgbClr val="EAF2F3"/>
          </a:solidFill>
          <a:ln/>
        </p:spPr>
      </p:sp>
      <p:pic>
        <p:nvPicPr>
          <p:cNvPr id="16" name="Image 2" descr="/home/claude/work/icons/FaBalanceScal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51347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443984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Scoring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77240" y="5056632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Initially, skipped questions could distort the final score. The scoring system was redesigned so only evaluated answers contribute to the overall result.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35624" y="4096512"/>
            <a:ext cx="5376672" cy="1965960"/>
          </a:xfrm>
          <a:prstGeom prst="roundRect">
            <a:avLst>
              <a:gd name="adj" fmla="val 2791"/>
            </a:avLst>
          </a:prstGeom>
          <a:solidFill>
            <a:srgbClr val="FAFBFB"/>
          </a:solidFill>
          <a:ln w="12700">
            <a:solidFill>
              <a:srgbClr val="D7E1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9944" y="4370832"/>
            <a:ext cx="548640" cy="548640"/>
          </a:xfrm>
          <a:prstGeom prst="ellipse">
            <a:avLst/>
          </a:prstGeom>
          <a:solidFill>
            <a:srgbClr val="EAF2F3"/>
          </a:solidFill>
          <a:ln/>
        </p:spPr>
      </p:sp>
      <p:pic>
        <p:nvPicPr>
          <p:cNvPr id="21" name="Image 3" descr="/home/claude/work/icons/FaDatabas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90" y="451347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41464" y="4443984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Persistence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09944" y="5056632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stores interview history, allowing an in-progress interview to be recovered after a refresh.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delivers today, and where it can go next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2368" y="224028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AF2F3"/>
          </a:solidFill>
          <a:ln w="12700">
            <a:solidFill>
              <a:srgbClr val="D7E1E3"/>
            </a:solidFill>
            <a:prstDash val="solid"/>
          </a:ln>
        </p:spPr>
      </p:sp>
      <p:pic>
        <p:nvPicPr>
          <p:cNvPr id="7" name="Image 0" descr="/home/claude/work/icons/FaCog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5600" y="236829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8088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849728" y="251002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169768" y="224028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AF2F3"/>
          </a:solidFill>
          <a:ln w="12700">
            <a:solidFill>
              <a:srgbClr val="D7E1E3"/>
            </a:solidFill>
            <a:prstDash val="solid"/>
          </a:ln>
        </p:spPr>
      </p:sp>
      <p:pic>
        <p:nvPicPr>
          <p:cNvPr id="11" name="Image 1" descr="/home/claude/work/icons/FaComment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000" y="23682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15488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07128" y="251002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227168" y="224028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AF2F3"/>
          </a:solidFill>
          <a:ln w="12700">
            <a:solidFill>
              <a:srgbClr val="D7E1E3"/>
            </a:solidFill>
            <a:prstDash val="solid"/>
          </a:ln>
        </p:spPr>
      </p:sp>
      <p:pic>
        <p:nvPicPr>
          <p:cNvPr id="15" name="Image 2" descr="/home/claude/work/icons/FaCheckCircl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400" y="236829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72888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964528" y="251002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284568" y="224028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AF2F3"/>
          </a:solidFill>
          <a:ln w="12700">
            <a:solidFill>
              <a:srgbClr val="D7E1E3"/>
            </a:solidFill>
            <a:prstDash val="solid"/>
          </a:ln>
        </p:spPr>
      </p:sp>
      <p:pic>
        <p:nvPicPr>
          <p:cNvPr id="19" name="Image 3" descr="/home/claude/work/icons/FaChartLin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800" y="2368296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30288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9021928" y="251002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9341968" y="224028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AF2F3"/>
          </a:solidFill>
          <a:ln w="12700">
            <a:solidFill>
              <a:srgbClr val="D7E1E3"/>
            </a:solidFill>
            <a:prstDash val="solid"/>
          </a:ln>
        </p:spPr>
      </p:sp>
      <p:pic>
        <p:nvPicPr>
          <p:cNvPr id="23" name="Image 4" descr="/home/claude/work/icons/FaLightbulb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5200" y="2368296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87688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completed platform provides an end-to-end AI interview experience, combining AI-generated questions, automated answer evaluation, persistent sessions, and structured performance feedback.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0292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pic>
        <p:nvPicPr>
          <p:cNvPr id="27" name="Image 5" descr="/home/claude/work/icons/FaLightbulb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462272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0120" y="44165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interviews</a:t>
            </a:r>
            <a:endParaRPr lang="en-US" sz="1300" dirty="0"/>
          </a:p>
        </p:txBody>
      </p:sp>
      <p:pic>
        <p:nvPicPr>
          <p:cNvPr id="29" name="Image 6" descr="/home/claude/work/icons/FaLightbulb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965192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0120" y="4919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responses</a:t>
            </a:r>
            <a:endParaRPr lang="en-US" sz="1300" dirty="0"/>
          </a:p>
        </p:txBody>
      </p:sp>
      <p:pic>
        <p:nvPicPr>
          <p:cNvPr id="31" name="Image 7" descr="/home/claude/work/icons/FaLightbulb_gr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5468112"/>
            <a:ext cx="292608" cy="29260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60120" y="54223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timers</a:t>
            </a:r>
            <a:endParaRPr lang="en-US" sz="1300" dirty="0"/>
          </a:p>
        </p:txBody>
      </p:sp>
      <p:pic>
        <p:nvPicPr>
          <p:cNvPr id="33" name="Image 8" descr="/home/claude/work/icons/FaLightbulb_gr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5971032"/>
            <a:ext cx="292608" cy="29260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60120" y="59253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performance history</a:t>
            </a:r>
            <a:endParaRPr lang="en-US" sz="1300" dirty="0"/>
          </a:p>
        </p:txBody>
      </p:sp>
      <p:pic>
        <p:nvPicPr>
          <p:cNvPr id="35" name="Image 9" descr="/home/claude/work/icons/FaLightbulb_gra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4462272"/>
            <a:ext cx="292608" cy="29260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766560" y="44165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300" dirty="0"/>
          </a:p>
        </p:txBody>
      </p:sp>
      <p:pic>
        <p:nvPicPr>
          <p:cNvPr id="37" name="Image 10" descr="/home/claude/work/icons/FaLightbulb_gra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4965192"/>
            <a:ext cx="292608" cy="29260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766560" y="4919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specialized technical interviews</a:t>
            </a:r>
            <a:endParaRPr lang="en-US" sz="1300" dirty="0"/>
          </a:p>
        </p:txBody>
      </p:sp>
      <p:pic>
        <p:nvPicPr>
          <p:cNvPr id="39" name="Image 11" descr="/home/claude/work/icons/FaLightbulb_gra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60" y="5468112"/>
            <a:ext cx="292608" cy="29260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766560" y="54223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production-level Firestore access controls</a:t>
            </a:r>
            <a:endParaRPr lang="en-US" sz="1300" dirty="0"/>
          </a:p>
        </p:txBody>
      </p:sp>
      <p:sp>
        <p:nvSpPr>
          <p:cNvPr id="41" name="Text 27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Interview Practice Into an Interactive AI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2468880" cy="0"/>
          </a:xfrm>
          <a:prstGeom prst="line">
            <a:avLst/>
          </a:prstGeom>
          <a:noFill/>
          <a:ln w="12700">
            <a:solidFill>
              <a:srgbClr val="D7E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520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Mock Interviewer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4074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Arshad  |  Internship Project — Internee.pk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75320" y="1234440"/>
            <a:ext cx="2331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1600200"/>
            <a:ext cx="2331720" cy="2331720"/>
          </a:xfrm>
          <a:prstGeom prst="rect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</p:spPr>
      </p:sp>
      <p:pic>
        <p:nvPicPr>
          <p:cNvPr id="10" name="Image 0" descr="/home/claud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331720"/>
            <a:ext cx="1783080" cy="17465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2026-09-29T07:54:03Z</dcterms:created>
  <dcterms:modified xsi:type="dcterms:W3CDTF">2026-09-29T07:54:03Z</dcterms:modified>
</cp:coreProperties>
</file>